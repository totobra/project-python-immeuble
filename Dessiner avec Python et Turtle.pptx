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49" autoAdjust="0"/>
  </p:normalViewPr>
  <p:slideViewPr>
    <p:cSldViewPr snapToGrid="0">
      <p:cViewPr>
        <p:scale>
          <a:sx n="33" d="100"/>
          <a:sy n="33" d="100"/>
        </p:scale>
        <p:origin x="1948" y="7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98D68B-B95A-734B-BFB7-A445DE421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A8F486C-86D9-6FC9-037E-BA475A716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A008E4-D5BD-D6CE-FE68-A92E5965C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53F-FE5F-4928-8A1B-51A131374930}" type="datetimeFigureOut">
              <a:rPr lang="fr-FR" smtClean="0"/>
              <a:t>25/09/2026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B0D493-98FB-EEE5-1C4B-CF413C7EE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D46CFB-39F0-7BF5-1702-8922645C3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D34-DF23-4986-9D5A-1CE8A1A04BF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1297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88169F-97B1-734D-549B-C0E91B46E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2D7C31-F07D-66E1-7DF3-43A300F0B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072BE2-8070-D6C9-3DEB-B10BDD0CC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53F-FE5F-4928-8A1B-51A131374930}" type="datetimeFigureOut">
              <a:rPr lang="fr-FR" smtClean="0"/>
              <a:t>25/09/2026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3029E4-7323-036B-3B08-2D01A555E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57F364-3E44-F1A1-68F3-DAF3A60F6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D34-DF23-4986-9D5A-1CE8A1A04BF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2386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DE8741-D8C3-18BE-EDE0-6BB73E84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EF06FA-7125-A86D-A038-CD058923B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7ECE23-F199-2D44-18C7-600B26B1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53F-FE5F-4928-8A1B-51A131374930}" type="datetimeFigureOut">
              <a:rPr lang="fr-FR" smtClean="0"/>
              <a:t>25/09/2026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D8C7EE-8DD8-21D3-AAB4-CD30BA2B2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9AFAB5-9192-0550-725E-C96E5F6B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D34-DF23-4986-9D5A-1CE8A1A04BF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969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C40064-F1B9-E750-C30D-F8A33CD94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7BC6EC-8B4A-6E52-01B1-1AFD3050F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0EA670-3192-936B-30C2-6661B115C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9B7BD0-99AD-958B-DBBC-795176C9D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53F-FE5F-4928-8A1B-51A131374930}" type="datetimeFigureOut">
              <a:rPr lang="fr-FR" smtClean="0"/>
              <a:t>25/09/2026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8D0A3F-A6DB-E4B2-70A0-79ADB38E6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AB727A-F7B4-0097-D0B2-A585DDCDC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D34-DF23-4986-9D5A-1CE8A1A04BF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6328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CDAC57-6A83-BA51-1AEC-DB1E1570C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3794A4-1EE6-D862-12FF-EF819EDF1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A8CC12-632D-5F25-179B-3EDE5B05C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62FDE32-2BA3-1921-E41A-7FA86D735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2E05695-A7E7-A9A6-6D31-9812C2816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6A1D4D9-2C45-219A-3B1E-6188A924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53F-FE5F-4928-8A1B-51A131374930}" type="datetimeFigureOut">
              <a:rPr lang="fr-FR" smtClean="0"/>
              <a:t>25/09/2026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71A4AAD-9163-4E3C-1401-F7F839E5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828FCCA-7C74-D5E0-C0AC-1AB7AFE5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D34-DF23-4986-9D5A-1CE8A1A04BF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7929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178DE-FEC1-671F-AF1B-5C40202B8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A2E45D7-E780-1DAC-DD36-5E87FDF3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53F-FE5F-4928-8A1B-51A131374930}" type="datetimeFigureOut">
              <a:rPr lang="fr-FR" smtClean="0"/>
              <a:t>25/09/2026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01BBD9D-95E2-6EBD-4DF8-E2453CE5F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8EDAAED-90DD-35CA-7F0A-DF33780A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D34-DF23-4986-9D5A-1CE8A1A04BF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510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86A02FA-7D1B-2BC1-2286-9813A7038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53F-FE5F-4928-8A1B-51A131374930}" type="datetimeFigureOut">
              <a:rPr lang="fr-FR" smtClean="0"/>
              <a:t>25/09/2026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CEA10E4-5335-9C7E-BCFA-80825980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4BE6A1-47CF-89B7-A7FB-67D10AD5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D34-DF23-4986-9D5A-1CE8A1A04BF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158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6930A0-3E53-4276-8AB3-44E3212C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C9CF74-936F-4B06-52DD-A9FBF1ADE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3742317-3CD3-CFE7-6180-9058C0DD1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46BFA6-FE7D-9069-F4D0-668788A38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53F-FE5F-4928-8A1B-51A131374930}" type="datetimeFigureOut">
              <a:rPr lang="fr-FR" smtClean="0"/>
              <a:t>25/09/2026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04CC9E-764C-6D49-9488-C10CB017C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A53A17-02C5-DEAE-3BDE-190CFA38D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D34-DF23-4986-9D5A-1CE8A1A04BF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556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52D01C-1591-75D4-8B0C-771B26069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63FF4F8-FC43-0A13-D167-92548FA570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D013A8A-7192-3108-C397-4DFF12A5D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9ECAF7-97DB-533A-F37C-9DDE9C9C5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53F-FE5F-4928-8A1B-51A131374930}" type="datetimeFigureOut">
              <a:rPr lang="fr-FR" smtClean="0"/>
              <a:t>25/09/2026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5544BE-160A-FB01-C1F3-567A4108D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7B317D-9A97-20CF-7786-DE755C3EA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D34-DF23-4986-9D5A-1CE8A1A04BF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244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7BD5FC-FB00-7DC5-3510-322FD0DDE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033F8A4-C01C-348F-4F49-B9A1A8C1E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D5ED0F-85C6-A78D-1C21-9D2CA056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53F-FE5F-4928-8A1B-51A131374930}" type="datetimeFigureOut">
              <a:rPr lang="fr-FR" smtClean="0"/>
              <a:t>25/09/2026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A7F33A-4CC1-DF4B-EC6C-B04C7B55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9F119C-400A-CDE4-DDF5-E4EEEA266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D34-DF23-4986-9D5A-1CE8A1A04BF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9604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F282308-79BF-ADC0-6C9B-403416689B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A99A34-2E27-2A8B-1A21-62BC0C682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AAF781-C1BB-E86E-0B26-978C58D7B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53F-FE5F-4928-8A1B-51A131374930}" type="datetimeFigureOut">
              <a:rPr lang="fr-FR" smtClean="0"/>
              <a:t>25/09/2026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EB6526-5F97-2183-2944-87DF07618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5E18D7-8D3D-A89D-7F54-D2C2534A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D34-DF23-4986-9D5A-1CE8A1A04BF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782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B9FF65F-AFF7-6EDD-EC29-0A0419616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A080ED-E33F-4134-8A44-BB7430498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34CB12-5D2C-902D-834D-C0DB9598A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7253F-FE5F-4928-8A1B-51A131374930}" type="datetimeFigureOut">
              <a:rPr lang="fr-FR" smtClean="0"/>
              <a:t>25/09/2026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B1ABC7-4590-7895-70DF-063841BA1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7339CB-2F0B-7962-FE22-96CB9FDAA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9ED34-DF23-4986-9D5A-1CE8A1A04BF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29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CACB96-5471-6276-7F97-C871AA4D5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4955" y="788067"/>
            <a:ext cx="9842090" cy="2387600"/>
          </a:xfrm>
        </p:spPr>
        <p:txBody>
          <a:bodyPr/>
          <a:lstStyle/>
          <a:p>
            <a:r>
              <a:rPr lang="fr-FR" dirty="0"/>
              <a:t>Dessiner avec Python et Turtle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A6F5D93-293E-2A09-8701-0D292F0EAC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Par Braux Thomas</a:t>
            </a:r>
          </a:p>
        </p:txBody>
      </p:sp>
    </p:spTree>
    <p:extLst>
      <p:ext uri="{BB962C8B-B14F-4D97-AF65-F5344CB8AC3E}">
        <p14:creationId xmlns:p14="http://schemas.microsoft.com/office/powerpoint/2010/main" val="2429411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14E694-5F2C-21EE-D94C-0C4ED57F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37EF46-5C80-D423-19D1-4D43AD250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 Travail à faire Proposer un programme qui réponde au problème posé en utilisant le module Turtle de Python. On utilisera le plus de petites fonctions possibles.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1F0AAF6-8DAF-E423-FE19-B5A720754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30" y="3202141"/>
            <a:ext cx="9134539" cy="4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16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1FD544-E058-B5E7-0FA7-E8D82124C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6E5F44-32D7-E34F-8600-E83D49243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690"/>
            <a:ext cx="10515600" cy="518518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dirty="0"/>
              <a:t>Les contraintes urbanistiques sont les suivantes : </a:t>
            </a:r>
          </a:p>
          <a:p>
            <a:pPr>
              <a:buFontTx/>
              <a:buChar char="-"/>
            </a:pPr>
            <a:r>
              <a:rPr lang="fr-FR" dirty="0"/>
              <a:t>les immeubles ont au minimum un rez-de-chaussée et au maximum 4 étages (5 niveaux) ; </a:t>
            </a:r>
          </a:p>
          <a:p>
            <a:pPr marL="0" indent="0">
              <a:buNone/>
            </a:pPr>
            <a:r>
              <a:rPr lang="fr-FR" dirty="0"/>
              <a:t>- les immeubles ont une largeur de 140 pixels ; </a:t>
            </a:r>
          </a:p>
          <a:p>
            <a:pPr marL="0" indent="0">
              <a:buNone/>
            </a:pPr>
            <a:r>
              <a:rPr lang="fr-FR" dirty="0"/>
              <a:t>- les immeubles ont une couleur unique pour toute la façade ; </a:t>
            </a:r>
          </a:p>
          <a:p>
            <a:pPr marL="0" indent="0">
              <a:buNone/>
            </a:pPr>
            <a:r>
              <a:rPr lang="fr-FR" dirty="0"/>
              <a:t>- chaque niveau (rez-de-chaussée ou étage) a une hauteur de 60 pixels ; </a:t>
            </a:r>
          </a:p>
          <a:p>
            <a:pPr marL="0" indent="0">
              <a:buNone/>
            </a:pPr>
            <a:r>
              <a:rPr lang="fr-FR" dirty="0"/>
              <a:t>- les rez-de-chaussée n’ont qu’une seule porte ; </a:t>
            </a:r>
          </a:p>
          <a:p>
            <a:pPr>
              <a:buFontTx/>
              <a:buChar char="-"/>
            </a:pPr>
            <a:r>
              <a:rPr lang="fr-FR" dirty="0"/>
              <a:t>toutes les fenêtres sont identiques, de taille 30 pixels sur 30 pixels ;</a:t>
            </a:r>
          </a:p>
          <a:p>
            <a:pPr>
              <a:buFontTx/>
              <a:buChar char="-"/>
            </a:pPr>
            <a:r>
              <a:rPr lang="fr-FR" dirty="0"/>
              <a:t>toutes les portes et portes-fenêtres ont une largeur de 30 pixels ; </a:t>
            </a:r>
          </a:p>
          <a:p>
            <a:pPr>
              <a:buFontTx/>
              <a:buChar char="-"/>
            </a:pPr>
            <a:r>
              <a:rPr lang="fr-FR" dirty="0"/>
              <a:t>Tout le reste est libre et peut donc être "personnalisé". </a:t>
            </a:r>
          </a:p>
        </p:txBody>
      </p:sp>
    </p:spTree>
    <p:extLst>
      <p:ext uri="{BB962C8B-B14F-4D97-AF65-F5344CB8AC3E}">
        <p14:creationId xmlns:p14="http://schemas.microsoft.com/office/powerpoint/2010/main" val="177655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07FFB88-DA37-941D-4A47-2E088DB953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095" t="1" r="11670" b="1"/>
          <a:stretch>
            <a:fillRect/>
          </a:stretch>
        </p:blipFill>
        <p:spPr>
          <a:xfrm>
            <a:off x="1793100" y="643466"/>
            <a:ext cx="860579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2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F100DA-F74F-2B09-DC88-E8AB81649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Difficultés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049D0F-AFEE-2EF3-C258-9B20149E4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Faire des animations</a:t>
            </a:r>
          </a:p>
          <a:p>
            <a:r>
              <a:rPr lang="fr-FR" dirty="0"/>
              <a:t>Trouver des difficultés </a:t>
            </a:r>
          </a:p>
        </p:txBody>
      </p:sp>
    </p:spTree>
    <p:extLst>
      <p:ext uri="{BB962C8B-B14F-4D97-AF65-F5344CB8AC3E}">
        <p14:creationId xmlns:p14="http://schemas.microsoft.com/office/powerpoint/2010/main" val="3664460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3AF6C1-9F72-D07F-8111-A7DAD9928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Apport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BFCD44-FB96-FAEB-D56C-FBB8FB124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Apprentissage de Turtle</a:t>
            </a:r>
          </a:p>
          <a:p>
            <a:r>
              <a:rPr lang="fr-FR" dirty="0"/>
              <a:t>Apprendre a débugger un code de Florian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53050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164</Words>
  <Application>Microsoft Office PowerPoint</Application>
  <PresentationFormat>Grand écran</PresentationFormat>
  <Paragraphs>20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Dessiner avec Python et Turtle</vt:lpstr>
      <vt:lpstr>But</vt:lpstr>
      <vt:lpstr>But</vt:lpstr>
      <vt:lpstr>Présentation PowerPoint</vt:lpstr>
      <vt:lpstr>Difficultés</vt:lpstr>
      <vt:lpstr>Apport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BRAUX Thomas</dc:creator>
  <cp:lastModifiedBy>BRAUX Thomas</cp:lastModifiedBy>
  <cp:revision>2</cp:revision>
  <dcterms:created xsi:type="dcterms:W3CDTF">2026-09-25T06:46:57Z</dcterms:created>
  <dcterms:modified xsi:type="dcterms:W3CDTF">2026-09-25T07:50:09Z</dcterms:modified>
</cp:coreProperties>
</file>